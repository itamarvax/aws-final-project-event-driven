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[PARTNER — Maor · 0:30] Introduce the team — Itamar Vax &amp; Maor Aharon. One-sentence promise: "By the end you'll know what Bedrock is, how it works under the hood, and you'll watch it classify real PII data live." Flag the structure: Part 1 = what it is + how it works; Part 2 = in practice + live demo.</a:t>
            </a:r>
          </a:p>
          <a:p/>
          <a:p>
            <a:r>
              <a:t>Likely questions:</a:t>
            </a:r>
          </a:p>
          <a:p>
            <a:r>
              <a:t>Q: Why Bedrock and not just call OpenAI directly? — A: Everything we run is on AWS; Bedrock gives many models behind our existing IAM auth, with no separate keys or accounts. (We expand on this in a moment.)</a:t>
            </a:r>
          </a:p>
          <a:p>
            <a:r>
              <a:t>Q: Is this a real project or a class exercise? — A: It's a real production pipeline at BigID; we use it as the running example throughout.</a:t>
            </a:r>
          </a:p>
          <a:p>
            <a:r>
              <a:t>Q: What will the live demo show? — A: A real PII finding classified by a model through Bedrock, returning structured JSON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[PARTNER — Maor · 1:00] Open with the hook: "Every LLM call in a production system we run at BigID goes through Bedrock." The hook earns attention — this isn't a toy, it's a system we operate. Walk the roadmap: What → How it works → Alternatives &amp; trade-offs → Real use case → Live demo. Flag that the second half is hands-on.</a:t>
            </a:r>
          </a:p>
          <a:p/>
          <a:p>
            <a:r>
              <a:t>Likely questions:</a:t>
            </a:r>
          </a:p>
          <a:p>
            <a:r>
              <a:t>Q: How long is the talk? — A: About 24 minutes, with a live demo in the second half.</a:t>
            </a:r>
          </a:p>
          <a:p>
            <a:r>
              <a:t>Q: Do we need AWS or ML background to follow? — A: No — the first half is concepts; the code and demo come later.</a:t>
            </a:r>
          </a:p>
          <a:p>
            <a:r>
              <a:t>Q: What's BigID? — A: A data-security company; the pipeline we show classifies PII (personal-data) findings.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[PARTNER — Maor · 1:30] Core definition: one fully-managed AWS API fronting many foundation models (Claude, Nova/Titan, Llama, Mistral, Cohere). Mental model: "Bedrock is to LLMs what S3 is to storage — a managed AWS service you call, not infrastructure you run." Emphasize serverless (course tie-in): you never provision a GPU; pay per token; scales to zero.</a:t>
            </a:r>
          </a:p>
          <a:p/>
          <a:p>
            <a:r>
              <a:t>Likely questions:</a:t>
            </a:r>
          </a:p>
          <a:p>
            <a:r>
              <a:t>Q: What's a "foundation model"? — A: A large, pre-trained model (like Claude or Llama) you consume via API rather than training yourself.</a:t>
            </a:r>
          </a:p>
          <a:p>
            <a:r>
              <a:t>Q: Is Bedrock itself a model? — A: No — it's a managed gateway/API in front of many vendors' models.</a:t>
            </a:r>
          </a:p>
          <a:p>
            <a:r>
              <a:t>Q: What does "scales to zero" mean? — A: No always-on servers; idle time costs nothing, you pay only for the tokens you actually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[PARTNER — Maor · 2:00] Lead with the pain: wanting Claude AND Llama AND Nova without Bedrock means three SDKs, three key stores, three request formats. Bedrock collapses that into one boto3 client + one Converse shape. The AWS-native win is IAM auth — credentials are your existing role, nothing extra to store, rotate, or leak. The take: Bedrock's win isn't "another LLM service," it's collapsing three into one IAM-native API.</a:t>
            </a:r>
          </a:p>
          <a:p/>
          <a:p>
            <a:r>
              <a:t>Likely questions:</a:t>
            </a:r>
          </a:p>
          <a:p>
            <a:r>
              <a:t>Q: Can't you just use one vendor's SDK? — A: You can, but using several models then means several SDKs, key stores, and formats — Bedrock unifies them.</a:t>
            </a:r>
          </a:p>
          <a:p>
            <a:r>
              <a:t>Q: What is IAM auth and why is it better than API keys? — A: IAM is AWS's built-in identity system; you reuse your existing role, so there are no separate keys to store, rotate, or leak.</a:t>
            </a:r>
          </a:p>
          <a:p>
            <a:r>
              <a:t>Q: Does this convenience cost extra? — A: You pay per token, roughly at vendor list price; the win is operational simplicity, not a markup.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[PARTNER — Maor · 1:00] Two planes: control plane (bedrock) = manage/list models, quotas, access — admin calls you touch rarely. Runtime plane (bedrock-runtime) = call models via converse()/converse_stream(); token-billed, latency-sensitive — the hot path you live in. Regional, IAM-scoped, integrates with Lambda / Step Functions / CloudWatch / VPC endpoints. You only touch bedrock-runtime for inference — and that's one line of code (next slide).</a:t>
            </a:r>
          </a:p>
          <a:p/>
          <a:p>
            <a:r>
              <a:t>Likely questions:</a:t>
            </a:r>
          </a:p>
          <a:p>
            <a:r>
              <a:t>Q: What's the difference between "bedrock" and "bedrock-runtime"? — A: bedrock (control plane) manages and lists models and quotas; bedrock-runtime (data plane) actually runs inference. You mostly use runtime.</a:t>
            </a:r>
          </a:p>
          <a:p>
            <a:r>
              <a:t>Q: Is Bedrock regional or global? — A: Regional — you call a regional endpoint, and inference profiles can route across regions.</a:t>
            </a:r>
          </a:p>
          <a:p>
            <a:r>
              <a:t>Q: How does it fit a serverless app? — A: It's a managed API you call from Lambda/Step Functions; nothing to run, and it plugs into CloudWatch and IAM.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[PARTNER — Maor · 2:00] Walk the arrow: the app never holds the model; it sends an IAM-signed HTTPS request to a regional endpoint; AWS routes to the model by inference profile; telemetry flows to CloudWatch. Point out the Config (600s read timeout, 6 retries) — production LLM calls are slow and need resilience. Four components per call: (1) runtime client, (2) model/inference-profile ID, (3) request = system + messages + inferenceConfig, (4) response = content + token usage. (Stay at the picture level — Itamar takes the code-deep slides next.)</a:t>
            </a:r>
          </a:p>
          <a:p/>
          <a:p>
            <a:r>
              <a:t>Likely questions:</a:t>
            </a:r>
          </a:p>
          <a:p>
            <a:r>
              <a:t>Q: What's the difference between boto3 and aioboto3? — A: boto3 is AWS's Python SDK; aioboto3 is its async version, which lets us run many classifications concurrently.</a:t>
            </a:r>
          </a:p>
          <a:p>
            <a:r>
              <a:t>Q: Why a 600-second timeout and 6 retries? — A: LLM calls can be slow and occasionally throttle; a long timeout plus retries makes production calls resilient.</a:t>
            </a:r>
          </a:p>
          <a:p>
            <a:r>
              <a:t>Q: What's an "inference profile"? — A: An ID (e.g. us.anthropic.…) that routes the request across regions for throughput and availability — Itamar shows this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[YOU — Itamar · 2:00] Headline: "This exact dict works for Claude, Nova, Llama, Mistral — I only change modelId." That's the whole value prop in one block. Converse unifies the request shape across vendors. Inference profiles: the us. prefix (us.anthropic.claude-sonnet-4-6) load-balances across US regions for throughput and availability, with no code change. Plant the seed: "remember this — it pays off as a lesson at the end."</a:t>
            </a:r>
          </a:p>
          <a:p/>
          <a:p>
            <a:r>
              <a:t>Likely questions:</a:t>
            </a:r>
          </a:p>
          <a:p>
            <a:r>
              <a:t>Q: Does Converse work identically for every model? — A: The request shape is identical (system / messages / inferenceConfig); a few advanced features vary by model.</a:t>
            </a:r>
          </a:p>
          <a:p>
            <a:r>
              <a:t>Q: What exactly changes when you swap models? — A: Just the modelId string — everything else in the request stays the same.</a:t>
            </a:r>
          </a:p>
          <a:p>
            <a:r>
              <a:t>Q: Was there an API before Converse? — A: Yes, InvokeModel with per-vendor JSON bodies; Converse replaced that with one unified shape across vendors.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[YOU — Itamar · 0:45] Standout reliability feature. Problem: LLMs return prose; production code needs a typed dict, and regex-on-prose is how demos pass and pipelines fail at 3am. Fix: define a Pydantic model (e.g. {score, reasoning}); Bedrock exposes it as a tool; toolChoice forces the call — output is valid, typed JSON by construction. We never string-parse prose. The difference between a demo and a production system.</a:t>
            </a:r>
          </a:p>
          <a:p/>
          <a:p>
            <a:r>
              <a:t>Likely questions:</a:t>
            </a:r>
          </a:p>
          <a:p>
            <a:r>
              <a:t>Q: How does tool-use force valid JSON? — A: You expose a schema as a "tool" and set toolChoice to that tool, so the model must respond by calling it with structured input.</a:t>
            </a:r>
          </a:p>
          <a:p>
            <a:r>
              <a:t>Q: What if the model still returns malformed output? — A: With forced tool-use the response block is structured by construction; we read toolUse.input directly, so there's nothing to parse.</a:t>
            </a:r>
          </a:p>
          <a:p>
            <a:r>
              <a:t>Q: Is this the same as OpenAI's function calling? — A: Conceptually yes — tool-use is Bedrock's equivalent, unified across vendors through Converse.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[YOU — Itamar · 0:45] Two more real levers. Prompt caching = money: our fixed system prompt (the classifier "brief") is reused across thousands of findings — pay full price once, cache reads bill at 10% of the input rate. Extended thinking = quality: let the model reason harder on genuinely hard calls. Honest nuance: forced tool-use + thinking can't combine, so we relax to toolChoice: auto and the parser handles the fallback.</a:t>
            </a:r>
          </a:p>
          <a:p/>
          <a:p>
            <a:r>
              <a:t>Likely questions:</a:t>
            </a:r>
          </a:p>
          <a:p>
            <a:r>
              <a:t>Q: How much does prompt caching actually save? — A: Cache reads bill at ~10% of the input-token rate, so a reused system prompt is ~10x cheaper after the first call.</a:t>
            </a:r>
          </a:p>
          <a:p>
            <a:r>
              <a:t>Q: What is extended thinking? — A: The model spends extra tokens reasoning before answering — you pay more but decide better on genuinely hard cases.</a:t>
            </a:r>
          </a:p>
          <a:p>
            <a:r>
              <a:t>Q: Why can't forced tool-use and thinking combine? — A: Those model modes are mutually exclusive, so we relax to toolChoice: auto and let the parser handle the fallback.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[YOU — Itamar · 2:00] Position Bedrock in the middle: more managed than SageMaker (self-host = you own instances/scaling/ops/GPU bill), more flexible than Amazon Q (opinionated assistant, not raw model access); Lambda + external API gives the broadest menu but you manage keys and lose IAM-native auth. Concrete contrast from our repo: we DO use OpenAI direct + OpenRouter for two sub-tasks — and each needed its own wrapper module, unlike Bedrock's single Converse call. That sets up the slide-15 lesson.</a:t>
            </a:r>
          </a:p>
          <a:p/>
          <a:p>
            <a:r>
              <a:t>Likely questions:</a:t>
            </a:r>
          </a:p>
          <a:p>
            <a:r>
              <a:t>Q: When would you pick SageMaker over Bedrock? — A: When you need full control — custom or self-hosted models, your own fine-tuning and endpoints — and accept managing the infrastructure.</a:t>
            </a:r>
          </a:p>
          <a:p>
            <a:r>
              <a:t>Q: What is Amazon Q? — A: A higher-level, prebuilt AWS assistant; convenient for workflows but not raw model access like Bedrock.</a:t>
            </a:r>
          </a:p>
          <a:p>
            <a:r>
              <a:t>Q: Why do you still call OpenAI directly in the repo? — A: Two sub-tasks needed models/features outside our Bedrock setup; each needed its own wrapper — which is exactly the proof of Bedrock's single-API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[YOU — Itamar · 2:00] Keep advantages crisp (one API/many models, IAM auth, managed/serverless, caching+tool-use+thinking built in, per-model cost tracking). Spend the time on limitations because they're real and earned — each maps to actual code we wrote: region-anchored inference profiles + per-account/region model activation; Llama/Mistral/Cohere reject cachePoint (we added BEDROCK_CACHE_SYSTEM=false); CountTokens needs the single-region ID (we strip the us. prefix); forced tool-use + thinking can't combine; quotas/throughput/regional availability vary; and Learner Lab may not expose all models — hence the recorded demo fallback.</a:t>
            </a:r>
          </a:p>
          <a:p/>
          <a:p>
            <a:r>
              <a:t>Likely questions:</a:t>
            </a:r>
          </a:p>
          <a:p>
            <a:r>
              <a:t>Q: What's the biggest limitation in practice? — A: Per-account/region model activation plus feature gaps (some models reject caching); you plan around model+region pairings.</a:t>
            </a:r>
          </a:p>
          <a:p>
            <a:r>
              <a:t>Q: Does every model support every feature? — A: No — Llama/Mistral/Cohere rejected cachePoint, so we added a toggle to disable caching for them.</a:t>
            </a:r>
          </a:p>
          <a:p>
            <a:r>
              <a:t>Q: Isn't there vendor lock-in? — A: Somewhat, but our provider seam (core/llm.py) makes swapping providers a one-elif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[YOU — Itamar · 2:00] This is the "real-world use case" deliverable. The problem: regex flags candidate PII with many false positives; we need an LLM to judge true vs false positive per PII type, guided by a classifier brief. Every box in the loop (spec → prompt → dataset → judge → validate, iterate) is a Bedrock call. The system automatically writes and refines the prompt a downstream validator uses — meta, but concrete. Don't go deep on PII semantics; keep focus on "multi-agent system, Bedrock serves every model."</a:t>
            </a:r>
          </a:p>
          <a:p/>
          <a:p>
            <a:r>
              <a:t>Likely questions:</a:t>
            </a:r>
          </a:p>
          <a:p>
            <a:r>
              <a:t>Q: What does the pipeline actually do? — A: Regex flags candidate PII; LLMs then judge true vs false positive per type and automatically refine the classifier prompt.</a:t>
            </a:r>
          </a:p>
          <a:p>
            <a:r>
              <a:t>Q: Why multiple agents instead of one big prompt? — A: Each step (spec, generate, judge, validate) is a focused task; separating them improves reliability and lets us pick the right model per step.</a:t>
            </a:r>
          </a:p>
          <a:p>
            <a:r>
              <a:t>Q: Are you running this on real personal data? — A: For the demo we use synthetic data; nothing sensitive is shown.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[YOU — Itamar · 2:00] The most persuasive slide — it turns "multi-model" from a feature into dollars. Tell the story: you don't pay Opus prices to label 10,000 cheap findings; you use Nova 2 Lite / Haiku for volume and reserve Opus for the hard judge step. Nova 2 Lite input is ~83x cheaper than Opus; Haiku ~20x cheaper; caching bills reused prompts at 10% on reads. Because of Converse, choosing the cost-optimal model per task is a one-string change, not an engineering project.</a:t>
            </a:r>
          </a:p>
          <a:p/>
          <a:p>
            <a:r>
              <a:t>Likely questions:</a:t>
            </a:r>
          </a:p>
          <a:p>
            <a:r>
              <a:t>Q: Why not just use the best model everywhere? — A: Cost — Opus is ~83x pricier on input than Nova Lite; you reserve it for the hard judge step only.</a:t>
            </a:r>
          </a:p>
          <a:p>
            <a:r>
              <a:t>Q: How hard is it to switch models per task? — A: One string change (the modelId / inference-profile), thanks to Converse — no new code.</a:t>
            </a:r>
          </a:p>
          <a:p>
            <a:r>
              <a:t>Q: Are these prices current? — A: They're representative Bedrock list prices per million tokens; exact figures vary by region and over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[YOU — Itamar · ~4:00 — TIME BUFFER] Live demo. Goal: real input → Bedrock → real structured output that supports the explanation, not just clicking the console. Run validate_finding_async — the innermost call: one PII finding + classifier brief → Bedrock Converse + forced tool-use → {"score": 1|2|3, "reasoning": "..."}. Watch for: the JSON shape and the token/cost log line (ties back to slides 9 &amp; 13). Use synthetic PII so nothing sensitive is on screen. Have the recorded fallback ready if live Bedrock access fails. Trim or extend here to land on time.</a:t>
            </a:r>
          </a:p>
          <a:p/>
          <a:p>
            <a:r>
              <a:t>Likely questions:</a:t>
            </a:r>
          </a:p>
          <a:p>
            <a:r>
              <a:t>Q: What are we actually looking at? — A: validate_finding_async — one PII finding plus the classifier brief going through Bedrock Converse with forced tool-use, returning {score, reasoning}.</a:t>
            </a:r>
          </a:p>
          <a:p>
            <a:r>
              <a:t>Q: What do the score values mean? — A: 1/2/3 encode the validator's judgment (confidence that a finding is a true vs false positive) per our schema.</a:t>
            </a:r>
          </a:p>
          <a:p>
            <a:r>
              <a:t>Q: What happens if the live call fails? — A: We have a recorded fallback of the same run ready to play.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[YOU — Itamar · 1:00] Land the Converse seed planted on slide 7. Five earned lessons: (1) one API, not N wrappers — Converse meant zero per-provider request code for Bedrock models, while our OpenAI/OpenRouter paths each needed a wrapper, which proves the point; (2) tool-use beats prose parsing; (3) cache the system prompt — biggest single-line cost win; (4) build a provider seam (core/llm.py) so adding a provider is a one-elif change; (5) mind the gotchas (region-anchored profiles, CountTokens single-region ID, not all models cache). Earned lessons from building the system — exactly what the assignment asks for.</a:t>
            </a:r>
          </a:p>
          <a:p/>
          <a:p>
            <a:r>
              <a:t>Likely questions:</a:t>
            </a:r>
          </a:p>
          <a:p>
            <a:r>
              <a:t>Q: What's the single biggest takeaway? — A: One API (Converse) eliminated per-provider code for Bedrock models — swapping a model is a one-string change.</a:t>
            </a:r>
          </a:p>
          <a:p>
            <a:r>
              <a:t>Q: What surprised you most? — A: How much prompt caching saved (10% read rate) on a reused system prompt — the biggest cost win in the project.</a:t>
            </a:r>
          </a:p>
          <a:p>
            <a:r>
              <a:t>Q: What would you do differently? — A: Build the provider seam (core/llm.py) earlier, so adding any provider stays a one-elif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[YOU — Itamar · 1:00] Three takeaways: (1) Bedrock = managed, multi-model GenAI on AWS — serverless, IAM-auth, scales to zero; (2) Converse = one request shape for every model, swap with a one-string change; (3) right-model-for-the-job economics — Nova/Haiku for volume, Opus for hard calls. Both presenters field questions. If short on time, recover here; if long, the demo already absorbed it. Close: "Thank you — see the repo for the full code path."</a:t>
            </a:r>
          </a:p>
          <a:p/>
          <a:p>
            <a:r>
              <a:t>Likely questions:</a:t>
            </a:r>
          </a:p>
          <a:p>
            <a:r>
              <a:t>Q: Bottom line — why Bedrock? — A: Managed, multi-model GenAI on AWS: IAM auth, serverless, swap models with one string, pay per token.</a:t>
            </a:r>
          </a:p>
          <a:p>
            <a:r>
              <a:t>Q: Could we use this outside AWS? — A: The concepts transfer, but the IAM-native auth and AWS integration are the Bedrock-specific wins.</a:t>
            </a:r>
          </a:p>
          <a:p>
            <a:r>
              <a:t>Q: Where can we see the code? — A: It's in our repo — the full path from client creation through to the validator 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agen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what-is-bedr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problem-it-sol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where-it-f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converse-a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tool-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cost-quality-lev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alternati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advantages-limit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use-case-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-model-mix-c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-live-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-lessons-lear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-wrap-q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