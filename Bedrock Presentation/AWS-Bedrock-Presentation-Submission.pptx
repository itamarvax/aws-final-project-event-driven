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agen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what-is-bedr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problem-it-sol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where-it-f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converse-a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tool-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cost-quality-lev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alternati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advantages-limit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use-case-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model-mix-c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-live-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-lessons-lear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-wrap-q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